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E30C9F-75DF-9290-23A3-69A3B4ECF44E}" v="19" dt="2026-06-11T07:54:45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Food_Price_IND/Food_Price_IN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0B3899C9-6CAF-4809-9C8F-8D1D192470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hlinkClick r:id="rId2"/>
              </a:rPr>
              <a:t>Food_Price_IND</a:t>
            </a:r>
            <a:endParaRPr lang="en-us" b="1">
              <a:ea typeface="Calibri Light"/>
              <a:cs typeface="Calibri Light"/>
            </a:endParaRP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29A93711-DC1F-43A9-BAC1-80DB6926EB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created on: 6/11/2026 7:41:57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Milk_and_Dairy_Stats">
            <a:extLst>
              <a:ext uri="{FF2B5EF4-FFF2-40B4-BE49-F238E27FC236}">
                <a16:creationId xmlns:a16="http://schemas.microsoft.com/office/drawing/2014/main" id="{9259091D-3315-4648-9650-5991EF1FAB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645" y="142875"/>
            <a:ext cx="8595976" cy="61969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Capital_Food_Prices_Stats">
            <a:extLst>
              <a:ext uri="{FF2B5EF4-FFF2-40B4-BE49-F238E27FC236}">
                <a16:creationId xmlns:a16="http://schemas.microsoft.com/office/drawing/2014/main" id="{D0D12D26-133A-454B-9D41-C85E27392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818" y="-1534"/>
            <a:ext cx="7913573" cy="63379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Average_Categry_Prices">
            <a:extLst>
              <a:ext uri="{FF2B5EF4-FFF2-40B4-BE49-F238E27FC236}">
                <a16:creationId xmlns:a16="http://schemas.microsoft.com/office/drawing/2014/main" id="{3BEC27EF-05D0-4000-BF1D-303F3494B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694" y="0"/>
            <a:ext cx="7613428" cy="66077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Food_Price_IND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</cp:revision>
  <dcterms:created xsi:type="dcterms:W3CDTF">2026-06-11T07:41:57Z</dcterms:created>
  <dcterms:modified xsi:type="dcterms:W3CDTF">2026-06-11T07:55:57Z</dcterms:modified>
</cp:coreProperties>
</file>