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A9F01-D2DA-AEDB-AC5D-3B9E4CE38EF8}" v="13" dt="2026-06-11T07:55:2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Food_Price_IND/Food_Price_IN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11D321BD-37D0-48A8-848B-E119F61EF4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Food_Price_IND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4DB54B0C-3B5A-4121-B115-6D511C26BB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6/11/2026 7:41:32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Food_Price_IND">
            <a:extLst>
              <a:ext uri="{FF2B5EF4-FFF2-40B4-BE49-F238E27FC236}">
                <a16:creationId xmlns:a16="http://schemas.microsoft.com/office/drawing/2014/main" id="{9688C91A-FD8F-4256-AF2C-581911C57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0" y="234156"/>
            <a:ext cx="11882213" cy="6389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Food_Price_IND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2026-06-11T07:41:32Z</dcterms:created>
  <dcterms:modified xsi:type="dcterms:W3CDTF">2026-06-11T07:55:49Z</dcterms:modified>
</cp:coreProperties>
</file>